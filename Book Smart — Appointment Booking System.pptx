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3" d="100"/>
          <a:sy n="53" d="100"/>
        </p:scale>
        <p:origin x="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5850" y="471489"/>
            <a:ext cx="10418763" cy="241458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Book Smart </a:t>
            </a:r>
            <a:r>
              <a:rPr lang="en-US" b="1" dirty="0"/>
              <a:t>— Appointment Booking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0325" y="3114675"/>
            <a:ext cx="8904288" cy="2788988"/>
          </a:xfrm>
        </p:spPr>
        <p:txBody>
          <a:bodyPr>
            <a:normAutofit/>
          </a:bodyPr>
          <a:lstStyle/>
          <a:p>
            <a:r>
              <a:rPr lang="en-US" sz="2000" dirty="0"/>
              <a:t>Name –   </a:t>
            </a:r>
            <a:r>
              <a:rPr lang="en-US" sz="2000" dirty="0" err="1" smtClean="0"/>
              <a:t>K.Bhavana</a:t>
            </a:r>
            <a:r>
              <a:rPr lang="en-US" sz="2000" dirty="0" smtClean="0"/>
              <a:t>                     </a:t>
            </a:r>
            <a:r>
              <a:rPr lang="en-US" sz="2000" dirty="0"/>
              <a:t>Roll Number –  </a:t>
            </a:r>
            <a:r>
              <a:rPr lang="en-US" sz="2000" dirty="0" smtClean="0"/>
              <a:t>23AK1A0520</a:t>
            </a:r>
            <a:endParaRPr lang="en-US" sz="2000" dirty="0"/>
          </a:p>
          <a:p>
            <a:r>
              <a:rPr lang="en-US" sz="2000" dirty="0" smtClean="0"/>
              <a:t>Name </a:t>
            </a:r>
            <a:r>
              <a:rPr lang="en-US" sz="2000" dirty="0"/>
              <a:t>–  </a:t>
            </a:r>
            <a:r>
              <a:rPr lang="en-US" sz="2000" dirty="0" smtClean="0"/>
              <a:t> </a:t>
            </a:r>
            <a:r>
              <a:rPr lang="en-US" sz="2000" dirty="0" err="1" smtClean="0"/>
              <a:t>N.Dhanusha</a:t>
            </a:r>
            <a:r>
              <a:rPr lang="en-US" sz="2000" dirty="0" smtClean="0"/>
              <a:t>                   Roll </a:t>
            </a:r>
            <a:r>
              <a:rPr lang="en-US" sz="2000" dirty="0"/>
              <a:t>Number –  </a:t>
            </a:r>
            <a:r>
              <a:rPr lang="en-US" sz="2000" dirty="0" smtClean="0"/>
              <a:t>23AK1A0537</a:t>
            </a:r>
            <a:endParaRPr lang="en-US" sz="2000" dirty="0"/>
          </a:p>
          <a:p>
            <a:r>
              <a:rPr lang="en-US" sz="2000" dirty="0" smtClean="0"/>
              <a:t>Name-     </a:t>
            </a:r>
            <a:r>
              <a:rPr lang="en-US" sz="2000" dirty="0" err="1" smtClean="0"/>
              <a:t>S.Gowthami</a:t>
            </a:r>
            <a:r>
              <a:rPr lang="en-US" sz="2000" dirty="0" smtClean="0"/>
              <a:t>                   Roll </a:t>
            </a:r>
            <a:r>
              <a:rPr lang="en-US" sz="2000" dirty="0"/>
              <a:t>Number –  </a:t>
            </a:r>
            <a:r>
              <a:rPr lang="en-US" sz="2000" dirty="0" smtClean="0"/>
              <a:t>23AK1A0554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0119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363" y="471487"/>
            <a:ext cx="10215562" cy="168592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    Problem Statement</a:t>
            </a:r>
            <a:r>
              <a:rPr lang="en-US" b="1" dirty="0"/>
              <a:t/>
            </a:r>
            <a:br>
              <a:rPr lang="en-US" b="1" dirty="0"/>
            </a:br>
            <a:r>
              <a:rPr lang="en-US" dirty="0"/>
              <a:t>. </a:t>
            </a:r>
            <a:r>
              <a:rPr lang="en-US" sz="2000" dirty="0" smtClean="0"/>
              <a:t>Manual </a:t>
            </a:r>
            <a:r>
              <a:rPr lang="en-US" sz="2000" dirty="0"/>
              <a:t>appointment scheduling is time-consuming and may cause scheduling </a:t>
            </a:r>
            <a:r>
              <a:rPr lang="en-US" sz="2000" dirty="0" smtClean="0"/>
              <a:t>     </a:t>
            </a:r>
            <a:br>
              <a:rPr lang="en-US" sz="2000" dirty="0" smtClean="0"/>
            </a:br>
            <a:r>
              <a:rPr lang="en-US" sz="2000" dirty="0" smtClean="0"/>
              <a:t>    conflicts</a:t>
            </a:r>
            <a:r>
              <a:rPr lang="en-US" sz="2000" dirty="0"/>
              <a:t>. </a:t>
            </a:r>
            <a:r>
              <a:rPr lang="en-US" sz="2000" dirty="0" smtClean="0"/>
              <a:t>This project </a:t>
            </a:r>
            <a:r>
              <a:rPr lang="en-US" sz="2000" dirty="0"/>
              <a:t>provides a secure online platform for appointment booking and </a:t>
            </a:r>
            <a:r>
              <a:rPr lang="en-US" sz="2000" dirty="0" smtClean="0"/>
              <a:t>     </a:t>
            </a:r>
            <a:br>
              <a:rPr lang="en-US" sz="2000" dirty="0" smtClean="0"/>
            </a:br>
            <a:r>
              <a:rPr lang="en-US" sz="2000" dirty="0" smtClean="0"/>
              <a:t>    management</a:t>
            </a:r>
            <a:r>
              <a:rPr lang="en-US" sz="20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8776" y="2318295"/>
            <a:ext cx="10015537" cy="440120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4000" dirty="0" smtClean="0"/>
              <a:t>. </a:t>
            </a:r>
            <a:r>
              <a:rPr lang="en-US" sz="2800" dirty="0" smtClean="0"/>
              <a:t>Challenges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 </a:t>
            </a:r>
            <a:r>
              <a:rPr lang="en-US" sz="2800" dirty="0" smtClean="0"/>
              <a:t>   </a:t>
            </a:r>
            <a:r>
              <a:rPr lang="en-US" dirty="0" smtClean="0"/>
              <a:t>Long </a:t>
            </a:r>
            <a:r>
              <a:rPr lang="en-US" dirty="0"/>
              <a:t>waiting times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   Manual </a:t>
            </a:r>
            <a:r>
              <a:rPr lang="en-US" dirty="0"/>
              <a:t>record maintenance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   Scheduling </a:t>
            </a:r>
            <a:r>
              <a:rPr lang="en-US" dirty="0"/>
              <a:t>errors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   Poor </a:t>
            </a:r>
            <a:r>
              <a:rPr lang="en-US" dirty="0"/>
              <a:t>appointment tracking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   Lack </a:t>
            </a:r>
            <a:r>
              <a:rPr lang="en-US" dirty="0"/>
              <a:t>of online </a:t>
            </a:r>
            <a:r>
              <a:rPr lang="en-US" dirty="0" smtClean="0"/>
              <a:t>accessibility</a:t>
            </a:r>
          </a:p>
          <a:p>
            <a:r>
              <a:rPr lang="en-US" sz="3600" dirty="0" smtClean="0"/>
              <a:t>.  </a:t>
            </a:r>
            <a:r>
              <a:rPr lang="en-US" sz="2800" dirty="0" smtClean="0"/>
              <a:t>Need </a:t>
            </a:r>
            <a:r>
              <a:rPr lang="en-US" sz="2800" dirty="0"/>
              <a:t>for the Project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 To </a:t>
            </a:r>
            <a:r>
              <a:rPr lang="en-US" dirty="0"/>
              <a:t>provide a secure and user-friendly platform that simplifies appointment </a:t>
            </a:r>
            <a:r>
              <a:rPr lang="en-US" dirty="0" smtClean="0"/>
              <a:t>                        scheduling </a:t>
            </a:r>
            <a:r>
              <a:rPr lang="en-US" dirty="0"/>
              <a:t>and management for both users and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12768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4588" y="624110"/>
            <a:ext cx="9090024" cy="833215"/>
          </a:xfrm>
        </p:spPr>
        <p:txBody>
          <a:bodyPr/>
          <a:lstStyle/>
          <a:p>
            <a:r>
              <a:rPr lang="en-US" b="1" dirty="0"/>
              <a:t>Methodology /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743075" y="1457325"/>
            <a:ext cx="1012983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.</a:t>
            </a:r>
            <a:r>
              <a:rPr lang="en-US" sz="2800" dirty="0" smtClean="0"/>
              <a:t>Technologies Used</a:t>
            </a:r>
          </a:p>
          <a:p>
            <a:r>
              <a:rPr lang="en-US" sz="3200" dirty="0" smtClean="0"/>
              <a:t>-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Frontend                -Backend               -Database</a:t>
            </a:r>
          </a:p>
          <a:p>
            <a:r>
              <a:rPr lang="en-US" dirty="0"/>
              <a:t>  React.js                                 Spring </a:t>
            </a:r>
            <a:r>
              <a:rPr lang="en-US" dirty="0" smtClean="0"/>
              <a:t>Boot                       MySQL            </a:t>
            </a:r>
          </a:p>
          <a:p>
            <a:r>
              <a:rPr lang="en-US" dirty="0" smtClean="0"/>
              <a:t>  HTML5                                    Spring Security</a:t>
            </a:r>
          </a:p>
          <a:p>
            <a:r>
              <a:rPr lang="en-US" dirty="0" smtClean="0"/>
              <a:t>  CSS3                                       REST APIs</a:t>
            </a:r>
          </a:p>
          <a:p>
            <a:r>
              <a:rPr lang="en-US" dirty="0" smtClean="0"/>
              <a:t>  JavaScript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43075" y="3937144"/>
            <a:ext cx="59293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.</a:t>
            </a:r>
            <a:r>
              <a:rPr lang="en-US" sz="2800" dirty="0" smtClean="0"/>
              <a:t>Working Process</a:t>
            </a:r>
          </a:p>
          <a:p>
            <a:r>
              <a:rPr lang="en-US" dirty="0"/>
              <a:t> </a:t>
            </a:r>
            <a:r>
              <a:rPr lang="en-US" dirty="0" smtClean="0"/>
              <a:t>   -User Registration/Login</a:t>
            </a:r>
          </a:p>
          <a:p>
            <a:r>
              <a:rPr lang="en-US" dirty="0"/>
              <a:t> </a:t>
            </a:r>
            <a:r>
              <a:rPr lang="en-US" dirty="0" smtClean="0"/>
              <a:t>   -Authentication </a:t>
            </a:r>
            <a:r>
              <a:rPr lang="en-US" dirty="0"/>
              <a:t>using </a:t>
            </a:r>
            <a:r>
              <a:rPr lang="en-US" dirty="0" smtClean="0"/>
              <a:t>JWT</a:t>
            </a:r>
          </a:p>
          <a:p>
            <a:r>
              <a:rPr lang="en-US" dirty="0"/>
              <a:t> </a:t>
            </a:r>
            <a:r>
              <a:rPr lang="en-US" dirty="0" smtClean="0"/>
              <a:t>   -Browse </a:t>
            </a:r>
            <a:r>
              <a:rPr lang="en-US" dirty="0"/>
              <a:t>Available </a:t>
            </a:r>
            <a:r>
              <a:rPr lang="en-US" dirty="0" smtClean="0"/>
              <a:t>Services</a:t>
            </a:r>
          </a:p>
          <a:p>
            <a:r>
              <a:rPr lang="en-US" dirty="0"/>
              <a:t> </a:t>
            </a:r>
            <a:r>
              <a:rPr lang="en-US" dirty="0" smtClean="0"/>
              <a:t>   -Book Appointment</a:t>
            </a:r>
          </a:p>
          <a:p>
            <a:r>
              <a:rPr lang="en-US" dirty="0"/>
              <a:t> </a:t>
            </a:r>
            <a:r>
              <a:rPr lang="en-US" dirty="0" smtClean="0"/>
              <a:t>   -Store </a:t>
            </a:r>
            <a:r>
              <a:rPr lang="en-US" dirty="0"/>
              <a:t>Data in </a:t>
            </a:r>
            <a:r>
              <a:rPr lang="en-US" dirty="0" smtClean="0"/>
              <a:t>MySQL</a:t>
            </a:r>
          </a:p>
          <a:p>
            <a:r>
              <a:rPr lang="en-US" dirty="0"/>
              <a:t> </a:t>
            </a:r>
            <a:r>
              <a:rPr lang="en-US" dirty="0" smtClean="0"/>
              <a:t>   -Admin </a:t>
            </a:r>
            <a:r>
              <a:rPr lang="en-US" dirty="0"/>
              <a:t>Manages Appointments and Users</a:t>
            </a:r>
          </a:p>
        </p:txBody>
      </p:sp>
    </p:spTree>
    <p:extLst>
      <p:ext uri="{BB962C8B-B14F-4D97-AF65-F5344CB8AC3E}">
        <p14:creationId xmlns:p14="http://schemas.microsoft.com/office/powerpoint/2010/main" val="2178108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294" y="299258"/>
            <a:ext cx="9875317" cy="13466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                 </a:t>
            </a:r>
            <a:r>
              <a:rPr lang="en-US" sz="4000" b="1" dirty="0" smtClean="0"/>
              <a:t>Results/Outcome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100" b="1" dirty="0" smtClean="0"/>
              <a:t>User Login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AutoShape 2" descr="blob:https://web.whatsapp.com/18459927-4250-4b87-8f4f-5cd0eaabeed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1778924"/>
            <a:ext cx="5222990" cy="22111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4389122"/>
            <a:ext cx="5222990" cy="22111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297" y="1778924"/>
            <a:ext cx="5569527" cy="22111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298" y="4389122"/>
            <a:ext cx="5569527" cy="221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9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Admin Login</a:t>
            </a:r>
            <a:endParaRPr lang="en-US" sz="3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74" y="1396538"/>
            <a:ext cx="5170517" cy="25270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171" y="1396538"/>
            <a:ext cx="5669279" cy="25270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74" y="4106486"/>
            <a:ext cx="5170517" cy="25436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170" y="4106485"/>
            <a:ext cx="5669280" cy="254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39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861790"/>
          </a:xfrm>
        </p:spPr>
        <p:txBody>
          <a:bodyPr/>
          <a:lstStyle/>
          <a:p>
            <a:r>
              <a:rPr lang="en-US" b="1" dirty="0" smtClean="0"/>
              <a:t>               Conclusion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1857376" y="1485900"/>
            <a:ext cx="9201150" cy="17881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dirty="0" smtClean="0"/>
              <a:t> The </a:t>
            </a:r>
            <a:r>
              <a:rPr lang="en-US" sz="2000" dirty="0" err="1"/>
              <a:t>BookSmart</a:t>
            </a:r>
            <a:r>
              <a:rPr lang="en-US" sz="2000" dirty="0"/>
              <a:t> Appointment Booking System successfully digitizes the </a:t>
            </a:r>
            <a:r>
              <a:rPr lang="en-US" sz="2000" dirty="0" smtClean="0"/>
              <a:t>     appointment </a:t>
            </a:r>
            <a:r>
              <a:rPr lang="en-US" sz="2000" dirty="0"/>
              <a:t>scheduling process and improves efficiency through a secure and user-friendly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57376" y="3386138"/>
            <a:ext cx="7286624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Future </a:t>
            </a: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Enhancements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 smtClean="0"/>
              <a:t>Email Notifications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 smtClean="0"/>
              <a:t>SMS Reminders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 smtClean="0"/>
              <a:t>Online </a:t>
            </a:r>
            <a:r>
              <a:rPr lang="en-US" sz="2000" dirty="0"/>
              <a:t>Payment </a:t>
            </a:r>
            <a:r>
              <a:rPr lang="en-US" sz="2000" dirty="0" smtClean="0"/>
              <a:t>Integration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 smtClean="0"/>
              <a:t>Appointment </a:t>
            </a:r>
            <a:r>
              <a:rPr lang="en-US" sz="2000" dirty="0"/>
              <a:t>Analytics and </a:t>
            </a:r>
            <a:r>
              <a:rPr lang="en-US" sz="2000" dirty="0" smtClean="0"/>
              <a:t>Reports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 smtClean="0"/>
              <a:t>Mobile </a:t>
            </a:r>
            <a:r>
              <a:rPr lang="en-US" sz="2000" dirty="0"/>
              <a:t>Application Support</a:t>
            </a:r>
          </a:p>
        </p:txBody>
      </p:sp>
    </p:spTree>
    <p:extLst>
      <p:ext uri="{BB962C8B-B14F-4D97-AF65-F5344CB8AC3E}">
        <p14:creationId xmlns:p14="http://schemas.microsoft.com/office/powerpoint/2010/main" val="70436660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215</TotalTime>
  <Words>181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Book Smart — Appointment Booking System </vt:lpstr>
      <vt:lpstr>    Problem Statement . Manual appointment scheduling is time-consuming and may cause scheduling           conflicts. This project provides a secure online platform for appointment booking and           management.</vt:lpstr>
      <vt:lpstr>Methodology / Approach</vt:lpstr>
      <vt:lpstr>                 Results/Outcome User Login </vt:lpstr>
      <vt:lpstr>Admin Login</vt:lpstr>
      <vt:lpstr>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</dc:creator>
  <cp:lastModifiedBy>hi</cp:lastModifiedBy>
  <cp:revision>15</cp:revision>
  <dcterms:created xsi:type="dcterms:W3CDTF">2026-06-22T13:57:21Z</dcterms:created>
  <dcterms:modified xsi:type="dcterms:W3CDTF">2026-06-24T12:30:15Z</dcterms:modified>
</cp:coreProperties>
</file>